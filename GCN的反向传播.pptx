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4"/>
  </p:notesMasterIdLst>
  <p:handoutMasterIdLst>
    <p:handoutMasterId r:id="rId12"/>
  </p:handoutMasterIdLst>
  <p:sldIdLst>
    <p:sldId id="264" r:id="rId3"/>
    <p:sldId id="1343" r:id="rId5"/>
    <p:sldId id="1344" r:id="rId6"/>
    <p:sldId id="1346" r:id="rId7"/>
    <p:sldId id="1347" r:id="rId8"/>
    <p:sldId id="1348" r:id="rId9"/>
    <p:sldId id="1349" r:id="rId10"/>
    <p:sldId id="1350" r:id="rId11"/>
  </p:sldIdLst>
  <p:sldSz cx="9144000" cy="6858000" type="screen4x3"/>
  <p:notesSz cx="6858000" cy="9144000"/>
  <p:custDataLst>
    <p:tags r:id="rId16"/>
  </p:custDataLst>
  <p:defaultTextStyle>
    <a:defPPr rtl="0"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04E53049-E06F-4D7D-879E-CF34A1DE39DC}">
          <p14:sldIdLst>
            <p14:sldId id="264"/>
            <p14:sldId id="1343"/>
            <p14:sldId id="1344"/>
            <p14:sldId id="1346"/>
            <p14:sldId id="1347"/>
            <p14:sldId id="1348"/>
            <p14:sldId id="1349"/>
            <p14:sldId id="135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3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0" autoAdjust="0"/>
    <p:restoredTop sz="83703" autoAdjust="0"/>
  </p:normalViewPr>
  <p:slideViewPr>
    <p:cSldViewPr snapToGrid="0">
      <p:cViewPr varScale="1">
        <p:scale>
          <a:sx n="55" d="100"/>
          <a:sy n="55" d="100"/>
        </p:scale>
        <p:origin x="111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79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819D01-A920-4F8D-A3A2-47F115817872}" type="datetime1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931CB7-5354-4016-9160-AC70E1029B7C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B6BF551C-307B-4084-8891-17A3CBBFE26D}" type="datetime1">
              <a:rPr lang="zh-CN" altLang="en-US" noProof="0" smtClean="0"/>
            </a:fld>
            <a:endParaRPr lang="zh-CN" altLang="en-US" noProof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dirty="0"/>
              <a:t>编辑母版文本样式</a:t>
            </a:r>
            <a:endParaRPr lang="zh-CN" altLang="en-US" noProof="0" dirty="0"/>
          </a:p>
          <a:p>
            <a:pPr lvl="1"/>
            <a:r>
              <a:rPr lang="zh-CN" altLang="en-US" noProof="0" dirty="0"/>
              <a:t>二级</a:t>
            </a:r>
            <a:endParaRPr lang="zh-CN" altLang="en-US" noProof="0" dirty="0"/>
          </a:p>
          <a:p>
            <a:pPr lvl="2"/>
            <a:r>
              <a:rPr lang="zh-CN" altLang="en-US" noProof="0" dirty="0"/>
              <a:t>三级</a:t>
            </a:r>
            <a:endParaRPr lang="zh-CN" altLang="en-US" noProof="0" dirty="0"/>
          </a:p>
          <a:p>
            <a:pPr lvl="3"/>
            <a:r>
              <a:rPr lang="zh-CN" altLang="en-US" noProof="0" dirty="0"/>
              <a:t>四级</a:t>
            </a:r>
            <a:endParaRPr lang="zh-CN" altLang="en-US" noProof="0" dirty="0"/>
          </a:p>
          <a:p>
            <a:pPr lvl="4"/>
            <a:r>
              <a:rPr lang="zh-CN" altLang="en-US" noProof="0" dirty="0"/>
              <a:t>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B827FF9E-0501-47D7-9115-D6862120E80B}" type="slidenum">
              <a:rPr lang="en-US" altLang="zh-CN" noProof="0" smtClean="0"/>
            </a:fld>
            <a:endParaRPr lang="zh-CN" altLang="en-US" noProof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27FF9E-0501-47D7-9115-D6862120E80B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rtlCol="0" anchor="b"/>
          <a:lstStyle>
            <a:lvl1pPr algn="ctr">
              <a:defRPr sz="6000"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1655762"/>
          </a:xfrm>
        </p:spPr>
        <p:txBody>
          <a:bodyPr rtlCol="0"/>
          <a:lstStyle>
            <a:lvl1pPr marL="0" indent="0" algn="ctr">
              <a:buNone/>
              <a:defRPr sz="24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zh-CN" altLang="en-US" noProof="0"/>
              <a:t>单击以编辑母版副标题样式</a:t>
            </a:r>
            <a:endParaRPr lang="zh-CN" altLang="en-US" noProof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C11C344B-D78F-484E-82A3-243EF6341539}" type="datetime1">
              <a:rPr lang="zh-CN" altLang="en-US" noProof="0" smtClean="0"/>
            </a:fld>
            <a:endParaRPr lang="zh-CN" altLang="en-US" noProof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ACEC5C30-0B3A-4B13-ADDD-7C63C8AA921B}" type="slidenum">
              <a:rPr lang="en-US" altLang="zh-CN" noProof="0" smtClean="0"/>
            </a:fld>
            <a:endParaRPr lang="zh-CN" altLang="en-US" noProof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/>
          <a:p>
            <a:pPr lvl="0" rtl="0"/>
            <a:r>
              <a:rPr lang="zh-CN" altLang="en-US" noProof="0"/>
              <a:t>编辑母版文本样式</a:t>
            </a:r>
            <a:endParaRPr lang="zh-CN" altLang="en-US" noProof="0"/>
          </a:p>
          <a:p>
            <a:pPr lvl="1" rtl="0"/>
            <a:r>
              <a:rPr lang="zh-CN" altLang="en-US" noProof="0"/>
              <a:t>第二级</a:t>
            </a:r>
            <a:endParaRPr lang="zh-CN" altLang="en-US" noProof="0"/>
          </a:p>
          <a:p>
            <a:pPr lvl="2" rtl="0"/>
            <a:r>
              <a:rPr lang="zh-CN" altLang="en-US" noProof="0"/>
              <a:t>第三级</a:t>
            </a:r>
            <a:endParaRPr lang="zh-CN" altLang="en-US" noProof="0"/>
          </a:p>
          <a:p>
            <a:pPr lvl="3" rtl="0"/>
            <a:r>
              <a:rPr lang="zh-CN" altLang="en-US" noProof="0"/>
              <a:t>第四级</a:t>
            </a:r>
            <a:endParaRPr lang="zh-CN" altLang="en-US" noProof="0"/>
          </a:p>
          <a:p>
            <a:pPr lvl="4" rtl="0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899EE81-0622-430C-949D-5A7002E82CE1}" type="datetime1">
              <a:rPr lang="zh-CN" altLang="en-US" noProof="0" smtClean="0"/>
            </a:fld>
            <a:endParaRPr lang="zh-CN" altLang="en-US" noProof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CEC5C30-0B3A-4B13-ADDD-7C63C8AA921B}" type="slidenum">
              <a:rPr lang="en-US" altLang="zh-CN" noProof="0" smtClean="0"/>
            </a:fld>
            <a:endParaRPr lang="zh-CN" altLang="en-US" noProof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rtlCol="0" anchor="b"/>
          <a:lstStyle>
            <a:lvl1pPr>
              <a:defRPr sz="600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4"/>
            <a:ext cx="7886700" cy="1500187"/>
          </a:xfrm>
        </p:spPr>
        <p:txBody>
          <a:bodyPr rtlCol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/>
              <a:t>编辑母版文本样式</a:t>
            </a:r>
            <a:endParaRPr lang="zh-CN" altLang="en-US" noProof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197759C-75EF-41BE-BC8E-29D99D94857A}" type="datetime1">
              <a:rPr lang="zh-CN" altLang="en-US" noProof="0" smtClean="0"/>
            </a:fld>
            <a:endParaRPr lang="zh-CN" altLang="en-US" noProof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CEC5C30-0B3A-4B13-ADDD-7C63C8AA921B}" type="slidenum">
              <a:rPr lang="en-US" altLang="zh-CN" noProof="0" smtClean="0"/>
            </a:fld>
            <a:endParaRPr lang="zh-CN" altLang="en-US" noProof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28650" y="1825625"/>
            <a:ext cx="3886200" cy="4351338"/>
          </a:xfrm>
        </p:spPr>
        <p:txBody>
          <a:bodyPr rtlCol="0"/>
          <a:lstStyle/>
          <a:p>
            <a:pPr lvl="0" rtl="0"/>
            <a:r>
              <a:rPr lang="zh-CN" altLang="en-US" noProof="0"/>
              <a:t>编辑母版文本样式</a:t>
            </a:r>
            <a:endParaRPr lang="zh-CN" altLang="en-US" noProof="0"/>
          </a:p>
          <a:p>
            <a:pPr lvl="1" rtl="0"/>
            <a:r>
              <a:rPr lang="zh-CN" altLang="en-US" noProof="0"/>
              <a:t>第二级</a:t>
            </a:r>
            <a:endParaRPr lang="zh-CN" altLang="en-US" noProof="0"/>
          </a:p>
          <a:p>
            <a:pPr lvl="2" rtl="0"/>
            <a:r>
              <a:rPr lang="zh-CN" altLang="en-US" noProof="0"/>
              <a:t>第三级</a:t>
            </a:r>
            <a:endParaRPr lang="zh-CN" altLang="en-US" noProof="0"/>
          </a:p>
          <a:p>
            <a:pPr lvl="3" rtl="0"/>
            <a:r>
              <a:rPr lang="zh-CN" altLang="en-US" noProof="0"/>
              <a:t>第四级</a:t>
            </a:r>
            <a:endParaRPr lang="zh-CN" altLang="en-US" noProof="0"/>
          </a:p>
          <a:p>
            <a:pPr lvl="4" rtl="0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29150" y="1825625"/>
            <a:ext cx="3886200" cy="4351338"/>
          </a:xfrm>
        </p:spPr>
        <p:txBody>
          <a:bodyPr rtlCol="0"/>
          <a:lstStyle/>
          <a:p>
            <a:pPr lvl="0" rtl="0"/>
            <a:r>
              <a:rPr lang="zh-CN" altLang="en-US" noProof="0"/>
              <a:t>编辑母版文本样式</a:t>
            </a:r>
            <a:endParaRPr lang="zh-CN" altLang="en-US" noProof="0"/>
          </a:p>
          <a:p>
            <a:pPr lvl="1" rtl="0"/>
            <a:r>
              <a:rPr lang="zh-CN" altLang="en-US" noProof="0"/>
              <a:t>第二级</a:t>
            </a:r>
            <a:endParaRPr lang="zh-CN" altLang="en-US" noProof="0"/>
          </a:p>
          <a:p>
            <a:pPr lvl="2" rtl="0"/>
            <a:r>
              <a:rPr lang="zh-CN" altLang="en-US" noProof="0"/>
              <a:t>第三级</a:t>
            </a:r>
            <a:endParaRPr lang="zh-CN" altLang="en-US" noProof="0"/>
          </a:p>
          <a:p>
            <a:pPr lvl="3" rtl="0"/>
            <a:r>
              <a:rPr lang="zh-CN" altLang="en-US" noProof="0"/>
              <a:t>第四级</a:t>
            </a:r>
            <a:endParaRPr lang="zh-CN" altLang="en-US" noProof="0"/>
          </a:p>
          <a:p>
            <a:pPr lvl="4" rtl="0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8A95177-878B-4893-B842-88C3E3F03EAB}" type="datetime1">
              <a:rPr lang="zh-CN" altLang="en-US" noProof="0" smtClean="0"/>
            </a:fld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CEC5C30-0B3A-4B13-ADDD-7C63C8AA921B}" type="slidenum">
              <a:rPr lang="en-US" altLang="zh-CN" noProof="0" smtClean="0"/>
            </a:fld>
            <a:endParaRPr lang="zh-CN" altLang="en-US" noProof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9842" y="1681163"/>
            <a:ext cx="3868340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编辑母版文本样式</a:t>
            </a:r>
            <a:endParaRPr lang="zh-CN" altLang="en-US" noProof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29842" y="2505075"/>
            <a:ext cx="3868340" cy="3684588"/>
          </a:xfrm>
        </p:spPr>
        <p:txBody>
          <a:bodyPr rtlCol="0"/>
          <a:lstStyle/>
          <a:p>
            <a:pPr lvl="0" rtl="0"/>
            <a:r>
              <a:rPr lang="zh-CN" altLang="en-US" noProof="0"/>
              <a:t>编辑母版文本样式</a:t>
            </a:r>
            <a:endParaRPr lang="zh-CN" altLang="en-US" noProof="0"/>
          </a:p>
          <a:p>
            <a:pPr lvl="1" rtl="0"/>
            <a:r>
              <a:rPr lang="zh-CN" altLang="en-US" noProof="0"/>
              <a:t>第二级</a:t>
            </a:r>
            <a:endParaRPr lang="zh-CN" altLang="en-US" noProof="0"/>
          </a:p>
          <a:p>
            <a:pPr lvl="2" rtl="0"/>
            <a:r>
              <a:rPr lang="zh-CN" altLang="en-US" noProof="0"/>
              <a:t>第三级</a:t>
            </a:r>
            <a:endParaRPr lang="zh-CN" altLang="en-US" noProof="0"/>
          </a:p>
          <a:p>
            <a:pPr lvl="3" rtl="0"/>
            <a:r>
              <a:rPr lang="zh-CN" altLang="en-US" noProof="0"/>
              <a:t>第四级</a:t>
            </a:r>
            <a:endParaRPr lang="zh-CN" altLang="en-US" noProof="0"/>
          </a:p>
          <a:p>
            <a:pPr lvl="4" rtl="0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391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编辑母版文本样式</a:t>
            </a:r>
            <a:endParaRPr lang="zh-CN" altLang="en-US" noProof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391" cy="3684588"/>
          </a:xfrm>
        </p:spPr>
        <p:txBody>
          <a:bodyPr rtlCol="0"/>
          <a:lstStyle/>
          <a:p>
            <a:pPr lvl="0" rtl="0"/>
            <a:r>
              <a:rPr lang="zh-CN" altLang="en-US" noProof="0"/>
              <a:t>编辑母版文本样式</a:t>
            </a:r>
            <a:endParaRPr lang="zh-CN" altLang="en-US" noProof="0"/>
          </a:p>
          <a:p>
            <a:pPr lvl="1" rtl="0"/>
            <a:r>
              <a:rPr lang="zh-CN" altLang="en-US" noProof="0"/>
              <a:t>第二级</a:t>
            </a:r>
            <a:endParaRPr lang="zh-CN" altLang="en-US" noProof="0"/>
          </a:p>
          <a:p>
            <a:pPr lvl="2" rtl="0"/>
            <a:r>
              <a:rPr lang="zh-CN" altLang="en-US" noProof="0"/>
              <a:t>第三级</a:t>
            </a:r>
            <a:endParaRPr lang="zh-CN" altLang="en-US" noProof="0"/>
          </a:p>
          <a:p>
            <a:pPr lvl="3" rtl="0"/>
            <a:r>
              <a:rPr lang="zh-CN" altLang="en-US" noProof="0"/>
              <a:t>第四级</a:t>
            </a:r>
            <a:endParaRPr lang="zh-CN" altLang="en-US" noProof="0"/>
          </a:p>
          <a:p>
            <a:pPr lvl="4" rtl="0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154E7D9-4292-4E7E-9D86-D66D310EF7A1}" type="datetime1">
              <a:rPr lang="zh-CN" altLang="en-US" noProof="0" smtClean="0"/>
            </a:fld>
            <a:endParaRPr lang="zh-CN" altLang="en-US" noProof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CEC5C30-0B3A-4B13-ADDD-7C63C8AA921B}" type="slidenum">
              <a:rPr lang="en-US" altLang="zh-CN" noProof="0" smtClean="0"/>
            </a:fld>
            <a:endParaRPr lang="zh-CN" altLang="en-US" noProof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E6CCE6B-290B-4926-8BCB-D6B38CA98E9E}" type="datetime1">
              <a:rPr lang="zh-CN" altLang="en-US" noProof="0" smtClean="0"/>
            </a:fld>
            <a:endParaRPr lang="zh-CN" altLang="en-US" noProof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CEC5C30-0B3A-4B13-ADDD-7C63C8AA921B}" type="slidenum">
              <a:rPr lang="en-US" altLang="zh-CN" noProof="0" smtClean="0"/>
            </a:fld>
            <a:endParaRPr lang="zh-CN" altLang="en-US" noProof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D99BC77-DC2D-46A6-96FB-FDF065EA5195}" type="datetime1">
              <a:rPr lang="zh-CN" altLang="en-US" noProof="0" smtClean="0"/>
            </a:fld>
            <a:endParaRPr lang="zh-CN" altLang="en-US" noProof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CEC5C30-0B3A-4B13-ADDD-7C63C8AA921B}" type="slidenum">
              <a:rPr lang="en-US" altLang="zh-CN" noProof="0" smtClean="0"/>
            </a:fld>
            <a:endParaRPr lang="zh-CN" altLang="en-US" noProof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标题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391" y="987426"/>
            <a:ext cx="4629150" cy="4873625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zh-CN" altLang="en-US" noProof="0"/>
              <a:t>编辑母版文本样式</a:t>
            </a:r>
            <a:endParaRPr lang="zh-CN" altLang="en-US" noProof="0"/>
          </a:p>
          <a:p>
            <a:pPr lvl="1" rtl="0"/>
            <a:r>
              <a:rPr lang="zh-CN" altLang="en-US" noProof="0"/>
              <a:t>第二级</a:t>
            </a:r>
            <a:endParaRPr lang="zh-CN" altLang="en-US" noProof="0"/>
          </a:p>
          <a:p>
            <a:pPr lvl="2" rtl="0"/>
            <a:r>
              <a:rPr lang="zh-CN" altLang="en-US" noProof="0"/>
              <a:t>第三级</a:t>
            </a:r>
            <a:endParaRPr lang="zh-CN" altLang="en-US" noProof="0"/>
          </a:p>
          <a:p>
            <a:pPr lvl="3" rtl="0"/>
            <a:r>
              <a:rPr lang="zh-CN" altLang="en-US" noProof="0"/>
              <a:t>第四级</a:t>
            </a:r>
            <a:endParaRPr lang="zh-CN" altLang="en-US" noProof="0"/>
          </a:p>
          <a:p>
            <a:pPr lvl="4" rtl="0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CN" altLang="en-US" noProof="0"/>
              <a:t>编辑母版文本样式</a:t>
            </a:r>
            <a:endParaRPr lang="zh-CN" altLang="en-US" noProof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3CFEE20-96E8-41BE-B6F4-5BF2D9AD2603}" type="datetime1">
              <a:rPr lang="zh-CN" altLang="en-US" noProof="0" smtClean="0"/>
            </a:fld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CEC5C30-0B3A-4B13-ADDD-7C63C8AA921B}" type="slidenum">
              <a:rPr lang="en-US" altLang="zh-CN" noProof="0" smtClean="0"/>
            </a:fld>
            <a:endParaRPr lang="zh-CN" altLang="en-US" noProof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标题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3" name="图片占位符 2"/>
          <p:cNvSpPr>
            <a:spLocks noGrp="1"/>
          </p:cNvSpPr>
          <p:nvPr>
            <p:ph type="pic" idx="1" hasCustomPrompt="1"/>
          </p:nvPr>
        </p:nvSpPr>
        <p:spPr>
          <a:xfrm>
            <a:off x="3887391" y="987426"/>
            <a:ext cx="4629150" cy="4873625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zh-CN" altLang="en-US" noProof="0"/>
              <a:t>单击图标，添加图片</a:t>
            </a:r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CN" altLang="en-US" noProof="0"/>
              <a:t>编辑母版文本样式</a:t>
            </a:r>
            <a:endParaRPr lang="zh-CN" altLang="en-US" noProof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E276B0E-3CC6-4A2C-8218-E7694CDC71C6}" type="datetime1">
              <a:rPr lang="zh-CN" altLang="en-US" noProof="0" smtClean="0"/>
            </a:fld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CEC5C30-0B3A-4B13-ADDD-7C63C8AA921B}" type="slidenum">
              <a:rPr lang="en-US" altLang="zh-CN" noProof="0" smtClean="0"/>
            </a:fld>
            <a:endParaRPr lang="zh-CN" altLang="en-US" noProof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3" name="垂直文本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/>
          <a:lstStyle/>
          <a:p>
            <a:pPr lvl="0" rtl="0"/>
            <a:r>
              <a:rPr lang="zh-CN" altLang="en-US" noProof="0"/>
              <a:t>编辑母版文本样式</a:t>
            </a:r>
            <a:endParaRPr lang="zh-CN" altLang="en-US" noProof="0"/>
          </a:p>
          <a:p>
            <a:pPr lvl="1" rtl="0"/>
            <a:r>
              <a:rPr lang="zh-CN" altLang="en-US" noProof="0"/>
              <a:t>第二级</a:t>
            </a:r>
            <a:endParaRPr lang="zh-CN" altLang="en-US" noProof="0"/>
          </a:p>
          <a:p>
            <a:pPr lvl="2" rtl="0"/>
            <a:r>
              <a:rPr lang="zh-CN" altLang="en-US" noProof="0"/>
              <a:t>第三级</a:t>
            </a:r>
            <a:endParaRPr lang="zh-CN" altLang="en-US" noProof="0"/>
          </a:p>
          <a:p>
            <a:pPr lvl="3" rtl="0"/>
            <a:r>
              <a:rPr lang="zh-CN" altLang="en-US" noProof="0"/>
              <a:t>第四级</a:t>
            </a:r>
            <a:endParaRPr lang="zh-CN" altLang="en-US" noProof="0"/>
          </a:p>
          <a:p>
            <a:pPr lvl="4" rtl="0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E31C29C-F8B1-4E0D-8814-FB419E08CFFF}" type="datetime1">
              <a:rPr lang="zh-CN" altLang="en-US" noProof="0" smtClean="0"/>
            </a:fld>
            <a:endParaRPr lang="zh-CN" altLang="en-US" noProof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CEC5C30-0B3A-4B13-ADDD-7C63C8AA921B}" type="slidenum">
              <a:rPr lang="en-US" altLang="zh-CN" noProof="0" smtClean="0"/>
            </a:fld>
            <a:endParaRPr lang="zh-CN" altLang="en-US" noProof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3" name="垂直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365125"/>
            <a:ext cx="5800725" cy="5811838"/>
          </a:xfrm>
        </p:spPr>
        <p:txBody>
          <a:bodyPr vert="eaVert" rtlCol="0"/>
          <a:lstStyle/>
          <a:p>
            <a:pPr lvl="0" rtl="0"/>
            <a:r>
              <a:rPr lang="zh-CN" altLang="en-US" noProof="0"/>
              <a:t>编辑母版文本样式</a:t>
            </a:r>
            <a:endParaRPr lang="zh-CN" altLang="en-US" noProof="0"/>
          </a:p>
          <a:p>
            <a:pPr lvl="1" rtl="0"/>
            <a:r>
              <a:rPr lang="zh-CN" altLang="en-US" noProof="0"/>
              <a:t>第二级</a:t>
            </a:r>
            <a:endParaRPr lang="zh-CN" altLang="en-US" noProof="0"/>
          </a:p>
          <a:p>
            <a:pPr lvl="2" rtl="0"/>
            <a:r>
              <a:rPr lang="zh-CN" altLang="en-US" noProof="0"/>
              <a:t>第三级</a:t>
            </a:r>
            <a:endParaRPr lang="zh-CN" altLang="en-US" noProof="0"/>
          </a:p>
          <a:p>
            <a:pPr lvl="3" rtl="0"/>
            <a:r>
              <a:rPr lang="zh-CN" altLang="en-US" noProof="0"/>
              <a:t>第四级</a:t>
            </a:r>
            <a:endParaRPr lang="zh-CN" altLang="en-US" noProof="0"/>
          </a:p>
          <a:p>
            <a:pPr lvl="4" rtl="0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CA211F0-0E5A-48D7-87B9-E4D172418D70}" type="datetime1">
              <a:rPr lang="zh-CN" altLang="en-US" noProof="0" smtClean="0"/>
            </a:fld>
            <a:endParaRPr lang="zh-CN" altLang="en-US" noProof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CEC5C30-0B3A-4B13-ADDD-7C63C8AA921B}" type="slidenum">
              <a:rPr lang="en-US" altLang="zh-CN" noProof="0" smtClean="0"/>
            </a:fld>
            <a:endParaRPr lang="zh-CN" altLang="en-US" noProof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278494" y="387275"/>
            <a:ext cx="243000" cy="32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/>
          <p:nvPr userDrawn="1"/>
        </p:nvSpPr>
        <p:spPr>
          <a:xfrm>
            <a:off x="89494" y="135275"/>
            <a:ext cx="189000" cy="252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矩形 8"/>
          <p:cNvSpPr/>
          <p:nvPr userDrawn="1"/>
        </p:nvSpPr>
        <p:spPr>
          <a:xfrm>
            <a:off x="8420006" y="6318000"/>
            <a:ext cx="405000" cy="54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>
          <a:xfrm>
            <a:off x="8101012" y="6405439"/>
            <a:ext cx="1042988" cy="365125"/>
          </a:xfrm>
        </p:spPr>
        <p:txBody>
          <a:bodyPr/>
          <a:lstStyle>
            <a:lvl1pPr algn="ctr">
              <a:defRPr sz="1500" b="1">
                <a:solidFill>
                  <a:schemeClr val="bg1"/>
                </a:solidFill>
              </a:defRPr>
            </a:lvl1pPr>
          </a:lstStyle>
          <a:p>
            <a:fld id="{51D91E7F-84B6-4064-9D4E-CC7D244BCA0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zh-CN" altLang="en-US" noProof="0" dirty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zh-CN" altLang="en-US" noProof="0"/>
              <a:t>编辑母版文本样式</a:t>
            </a:r>
            <a:endParaRPr lang="zh-CN" altLang="en-US" noProof="0"/>
          </a:p>
          <a:p>
            <a:pPr lvl="1" rtl="0"/>
            <a:r>
              <a:rPr lang="zh-CN" altLang="en-US" noProof="0"/>
              <a:t>第二级</a:t>
            </a:r>
            <a:endParaRPr lang="zh-CN" altLang="en-US" noProof="0"/>
          </a:p>
          <a:p>
            <a:pPr lvl="2" rtl="0"/>
            <a:r>
              <a:rPr lang="zh-CN" altLang="en-US" noProof="0"/>
              <a:t>第三级</a:t>
            </a:r>
            <a:endParaRPr lang="zh-CN" altLang="en-US" noProof="0"/>
          </a:p>
          <a:p>
            <a:pPr lvl="3" rtl="0"/>
            <a:r>
              <a:rPr lang="zh-CN" altLang="en-US" noProof="0"/>
              <a:t>第四级</a:t>
            </a:r>
            <a:endParaRPr lang="zh-CN" altLang="en-US" noProof="0"/>
          </a:p>
          <a:p>
            <a:pPr lvl="4" rtl="0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8FBDD23A-35D8-4D8C-A8F1-CBC691FBDB6D}" type="datetime1">
              <a:rPr lang="zh-CN" altLang="en-US" noProof="0" smtClean="0"/>
            </a:fld>
            <a:endParaRPr lang="zh-CN" altLang="en-US" noProof="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ACEC5C30-0B3A-4B13-ADDD-7C63C8AA921B}" type="slidenum">
              <a:rPr lang="en-US" altLang="zh-CN" noProof="0" smtClean="0"/>
            </a:fld>
            <a:endParaRPr lang="zh-CN" altLang="en-US" noProof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icrosoft YaHei UI Light" panose="020B0502040204020203" pitchFamily="34" charset="-122"/>
          <a:ea typeface="Microsoft YaHei UI Light" panose="020B0502040204020203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jpe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1" Type="http://schemas.openxmlformats.org/officeDocument/2006/relationships/notesSlide" Target="../notesSlides/notesSlide1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8.png"/><Relationship Id="rId3" Type="http://schemas.openxmlformats.org/officeDocument/2006/relationships/image" Target="../media/image17.wmf"/><Relationship Id="rId2" Type="http://schemas.openxmlformats.org/officeDocument/2006/relationships/oleObject" Target="../embeddings/oleObject1.bin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png"/><Relationship Id="rId8" Type="http://schemas.openxmlformats.org/officeDocument/2006/relationships/image" Target="../media/image25.png"/><Relationship Id="rId7" Type="http://schemas.openxmlformats.org/officeDocument/2006/relationships/image" Target="../media/image24.png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30.png"/><Relationship Id="rId12" Type="http://schemas.openxmlformats.org/officeDocument/2006/relationships/image" Target="../media/image29.png"/><Relationship Id="rId11" Type="http://schemas.openxmlformats.org/officeDocument/2006/relationships/image" Target="../media/image28.png"/><Relationship Id="rId10" Type="http://schemas.openxmlformats.org/officeDocument/2006/relationships/image" Target="../media/image27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3.png"/><Relationship Id="rId8" Type="http://schemas.openxmlformats.org/officeDocument/2006/relationships/image" Target="../media/image32.png"/><Relationship Id="rId7" Type="http://schemas.openxmlformats.org/officeDocument/2006/relationships/image" Target="../media/image31.png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image" Target="../media/image30.png"/><Relationship Id="rId2" Type="http://schemas.openxmlformats.org/officeDocument/2006/relationships/image" Target="../media/image23.png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35.png"/><Relationship Id="rId10" Type="http://schemas.openxmlformats.org/officeDocument/2006/relationships/image" Target="../media/image34.pn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9.png"/><Relationship Id="rId8" Type="http://schemas.openxmlformats.org/officeDocument/2006/relationships/image" Target="../media/image38.png"/><Relationship Id="rId7" Type="http://schemas.openxmlformats.org/officeDocument/2006/relationships/image" Target="../media/image37.png"/><Relationship Id="rId6" Type="http://schemas.openxmlformats.org/officeDocument/2006/relationships/image" Target="../media/image36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30.png"/><Relationship Id="rId10" Type="http://schemas.openxmlformats.org/officeDocument/2006/relationships/image" Target="../media/image35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43.png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40.png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形 14" descr="剪切板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31394">
            <a:off x="4984115" y="5221605"/>
            <a:ext cx="1388745" cy="1388745"/>
          </a:xfrm>
          <a:prstGeom prst="rect">
            <a:avLst/>
          </a:prstGeom>
        </p:spPr>
      </p:pic>
      <p:pic>
        <p:nvPicPr>
          <p:cNvPr id="11" name="图形 10" descr="显微镜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38607" flipH="1">
            <a:off x="628015" y="-82550"/>
            <a:ext cx="1458595" cy="1458595"/>
          </a:xfrm>
          <a:prstGeom prst="rect">
            <a:avLst/>
          </a:prstGeom>
        </p:spPr>
      </p:pic>
      <p:pic>
        <p:nvPicPr>
          <p:cNvPr id="7" name="图形 6" descr="烧杯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13697">
            <a:off x="463550" y="5003800"/>
            <a:ext cx="1508125" cy="1508125"/>
          </a:xfrm>
          <a:prstGeom prst="rect">
            <a:avLst/>
          </a:prstGeom>
        </p:spPr>
      </p:pic>
      <p:pic>
        <p:nvPicPr>
          <p:cNvPr id="9" name="图形 8" descr="烧瓶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451125">
            <a:off x="4760595" y="-26035"/>
            <a:ext cx="1344930" cy="1344930"/>
          </a:xfrm>
          <a:prstGeom prst="rect">
            <a:avLst/>
          </a:prstGeom>
        </p:spPr>
      </p:pic>
      <p:pic>
        <p:nvPicPr>
          <p:cNvPr id="13" name="图形 12" descr="试管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78969">
            <a:off x="2724785" y="121285"/>
            <a:ext cx="1146810" cy="1146810"/>
          </a:xfrm>
          <a:prstGeom prst="rect">
            <a:avLst/>
          </a:prstGeom>
        </p:spPr>
      </p:pic>
      <p:pic>
        <p:nvPicPr>
          <p:cNvPr id="19" name="图形 18" descr="尺子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889495">
            <a:off x="2768600" y="5339715"/>
            <a:ext cx="1233805" cy="1233805"/>
          </a:xfrm>
          <a:prstGeom prst="rect">
            <a:avLst/>
          </a:prstGeom>
        </p:spPr>
      </p:pic>
      <p:pic>
        <p:nvPicPr>
          <p:cNvPr id="21" name="图形 20" descr="铅笔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520790">
            <a:off x="7256780" y="5320030"/>
            <a:ext cx="1158875" cy="1158875"/>
          </a:xfrm>
          <a:prstGeom prst="rect">
            <a:avLst/>
          </a:prstGeom>
        </p:spPr>
      </p:pic>
      <p:sp>
        <p:nvSpPr>
          <p:cNvPr id="14" name="标题 1"/>
          <p:cNvSpPr>
            <a:spLocks noGrp="1"/>
          </p:cNvSpPr>
          <p:nvPr>
            <p:ph type="ctrTitle"/>
          </p:nvPr>
        </p:nvSpPr>
        <p:spPr>
          <a:xfrm>
            <a:off x="405765" y="1598295"/>
            <a:ext cx="7901940" cy="745490"/>
          </a:xfrm>
        </p:spPr>
        <p:txBody>
          <a:bodyPr rtlCol="0">
            <a:noAutofit/>
          </a:bodyPr>
          <a:lstStyle/>
          <a:p>
            <a:pPr algn="ctr" rtl="0"/>
            <a:r>
              <a:rPr lang="zh-CN" altLang="en-US" sz="4000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GCN反向</a:t>
            </a:r>
            <a:r>
              <a:rPr lang="zh-CN" altLang="en-US" sz="4000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传播</a:t>
            </a:r>
            <a:endParaRPr lang="zh-CN" altLang="en-US" sz="4000" dirty="0">
              <a:solidFill>
                <a:schemeClr val="bg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1026" name="Picture 2" descr="http://img.taopic.com/uploads/allimg/140623/267853-1406230F22513.jp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6169" y="0"/>
            <a:ext cx="2011680" cy="1342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90370" y="3316605"/>
            <a:ext cx="5480685" cy="248856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526280" y="2513330"/>
            <a:ext cx="4161155" cy="6343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>
                <a:solidFill>
                  <a:schemeClr val="bg1"/>
                </a:solidFill>
              </a:rPr>
              <a:t>作者：聂宇航</a:t>
            </a:r>
            <a:r>
              <a:rPr lang="en-US" altLang="zh-CN" sz="2000">
                <a:solidFill>
                  <a:schemeClr val="bg1"/>
                </a:solidFill>
              </a:rPr>
              <a:t>       </a:t>
            </a:r>
            <a:endParaRPr lang="zh-CN" altLang="en-US" sz="20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83680" y="6381750"/>
            <a:ext cx="2057400" cy="365125"/>
          </a:xfrm>
        </p:spPr>
        <p:txBody>
          <a:bodyPr/>
          <a:lstStyle>
            <a:lvl1pPr eaLnBrk="0" hangingPunct="0"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9pPr>
          </a:lstStyle>
          <a:p>
            <a:pPr eaLnBrk="1" hangingPunct="1"/>
            <a:fld id="{4A2E5A64-E093-485D-9680-1AE3D5C9E448}" type="slidenum">
              <a:rPr lang="en-US" altLang="zh-CN" sz="1200" b="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rPr>
            </a:fld>
            <a:endParaRPr lang="en-US" altLang="zh-CN" sz="1200" b="0">
              <a:solidFill>
                <a:schemeClr val="tx1"/>
              </a:solidFill>
              <a:latin typeface="Garamond" panose="02020404030301010803" pitchFamily="18" charset="0"/>
              <a:ea typeface="宋体" panose="02010600030101010101" pitchFamily="2" charset="-122"/>
            </a:endParaRPr>
          </a:p>
        </p:txBody>
      </p:sp>
      <p:sp>
        <p:nvSpPr>
          <p:cNvPr id="204805" name="Rectangle 5"/>
          <p:cNvSpPr>
            <a:spLocks noChangeArrowheads="1"/>
          </p:cNvSpPr>
          <p:nvPr/>
        </p:nvSpPr>
        <p:spPr bwMode="auto">
          <a:xfrm>
            <a:off x="679027" y="1459230"/>
            <a:ext cx="7508253" cy="469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A50021"/>
              </a:buClr>
              <a:buSzPct val="75000"/>
              <a:buFont typeface="Wingdings" panose="05000000000000000000" pitchFamily="2" charset="2"/>
              <a:buChar char="p"/>
            </a:pPr>
            <a:endParaRPr lang="zh-CN" altLang="en-US" sz="2600" b="0" dirty="0">
              <a:solidFill>
                <a:schemeClr val="tx1"/>
              </a:solidFill>
            </a:endParaRP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378460" y="382905"/>
            <a:ext cx="780859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solidFill>
                  <a:schemeClr val="tx1"/>
                </a:solidFill>
              </a:rPr>
              <a:t>GCN</a:t>
            </a:r>
            <a:r>
              <a:rPr lang="zh-CN" altLang="en-US" sz="2800" b="1" dirty="0">
                <a:solidFill>
                  <a:schemeClr val="tx1"/>
                </a:solidFill>
              </a:rPr>
              <a:t>原理</a:t>
            </a:r>
            <a:endParaRPr lang="zh-CN" altLang="en-US" sz="2800" b="1" dirty="0">
              <a:solidFill>
                <a:schemeClr val="tx1"/>
              </a:solidFill>
            </a:endParaRPr>
          </a:p>
        </p:txBody>
      </p:sp>
      <p:grpSp>
        <p:nvGrpSpPr>
          <p:cNvPr id="10" name="组 9"/>
          <p:cNvGrpSpPr/>
          <p:nvPr/>
        </p:nvGrpSpPr>
        <p:grpSpPr>
          <a:xfrm>
            <a:off x="8363761" y="0"/>
            <a:ext cx="733409" cy="6858000"/>
            <a:chOff x="9055676" y="0"/>
            <a:chExt cx="3136324" cy="6858000"/>
          </a:xfrm>
        </p:grpSpPr>
        <p:sp>
          <p:nvSpPr>
            <p:cNvPr id="11" name="长方形 3"/>
            <p:cNvSpPr/>
            <p:nvPr/>
          </p:nvSpPr>
          <p:spPr>
            <a:xfrm>
              <a:off x="9221932" y="0"/>
              <a:ext cx="2970068" cy="6858000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2" name="长方形 4"/>
            <p:cNvSpPr/>
            <p:nvPr/>
          </p:nvSpPr>
          <p:spPr>
            <a:xfrm>
              <a:off x="9055676" y="0"/>
              <a:ext cx="166255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3" name="长方形 5"/>
            <p:cNvSpPr/>
            <p:nvPr/>
          </p:nvSpPr>
          <p:spPr>
            <a:xfrm>
              <a:off x="9221932" y="0"/>
              <a:ext cx="114301" cy="6858000"/>
            </a:xfrm>
            <a:prstGeom prst="rect">
              <a:avLst/>
            </a:prstGeom>
            <a:solidFill>
              <a:srgbClr val="FFD3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9336233" y="0"/>
              <a:ext cx="150667" cy="685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5" name="长方形 7"/>
            <p:cNvSpPr/>
            <p:nvPr/>
          </p:nvSpPr>
          <p:spPr>
            <a:xfrm>
              <a:off x="9336233" y="0"/>
              <a:ext cx="57150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pic>
        <p:nvPicPr>
          <p:cNvPr id="16" name="图形 10" descr="烧瓶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3762" y="1540165"/>
            <a:ext cx="854364" cy="85436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555" y="1003935"/>
            <a:ext cx="4843145" cy="280162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67005" y="2051685"/>
            <a:ext cx="2124710" cy="110109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090" y="3968115"/>
            <a:ext cx="5425440" cy="17621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500"/>
                                        <p:tgtEl>
                                          <p:spTgt spid="2048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83680" y="6381750"/>
            <a:ext cx="2057400" cy="365125"/>
          </a:xfrm>
        </p:spPr>
        <p:txBody>
          <a:bodyPr/>
          <a:lstStyle>
            <a:lvl1pPr eaLnBrk="0" hangingPunct="0"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9pPr>
          </a:lstStyle>
          <a:p>
            <a:pPr eaLnBrk="1" hangingPunct="1"/>
            <a:fld id="{4A2E5A64-E093-485D-9680-1AE3D5C9E448}" type="slidenum">
              <a:rPr lang="en-US" altLang="zh-CN" sz="1200" b="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rPr>
            </a:fld>
            <a:endParaRPr lang="en-US" altLang="zh-CN" sz="1200" b="0">
              <a:solidFill>
                <a:schemeClr val="tx1"/>
              </a:solidFill>
              <a:latin typeface="Garamond" panose="02020404030301010803" pitchFamily="18" charset="0"/>
              <a:ea typeface="宋体" panose="02010600030101010101" pitchFamily="2" charset="-122"/>
            </a:endParaRPr>
          </a:p>
        </p:txBody>
      </p:sp>
      <p:sp>
        <p:nvSpPr>
          <p:cNvPr id="204805" name="Rectangle 5"/>
          <p:cNvSpPr>
            <a:spLocks noChangeArrowheads="1"/>
          </p:cNvSpPr>
          <p:nvPr/>
        </p:nvSpPr>
        <p:spPr bwMode="auto">
          <a:xfrm>
            <a:off x="679027" y="1459230"/>
            <a:ext cx="7508253" cy="469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A50021"/>
              </a:buClr>
              <a:buSzPct val="75000"/>
              <a:buFont typeface="Wingdings" panose="05000000000000000000" pitchFamily="2" charset="2"/>
              <a:buChar char="p"/>
            </a:pPr>
            <a:endParaRPr lang="zh-CN" altLang="en-US" sz="2600" b="0" dirty="0">
              <a:solidFill>
                <a:schemeClr val="tx1"/>
              </a:solidFill>
            </a:endParaRP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378460" y="382905"/>
            <a:ext cx="780859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solidFill>
                  <a:schemeClr val="tx1"/>
                </a:solidFill>
              </a:rPr>
              <a:t>GCN</a:t>
            </a:r>
            <a:r>
              <a:rPr lang="zh-CN" altLang="en-US" sz="2800" b="1" dirty="0">
                <a:solidFill>
                  <a:schemeClr val="tx1"/>
                </a:solidFill>
              </a:rPr>
              <a:t>原理</a:t>
            </a:r>
            <a:endParaRPr lang="zh-CN" altLang="en-US" sz="2800" b="1" dirty="0">
              <a:solidFill>
                <a:schemeClr val="tx1"/>
              </a:solidFill>
            </a:endParaRPr>
          </a:p>
        </p:txBody>
      </p:sp>
      <p:grpSp>
        <p:nvGrpSpPr>
          <p:cNvPr id="10" name="组 9"/>
          <p:cNvGrpSpPr/>
          <p:nvPr/>
        </p:nvGrpSpPr>
        <p:grpSpPr>
          <a:xfrm>
            <a:off x="8363761" y="0"/>
            <a:ext cx="733409" cy="6858000"/>
            <a:chOff x="9055676" y="0"/>
            <a:chExt cx="3136324" cy="6858000"/>
          </a:xfrm>
        </p:grpSpPr>
        <p:sp>
          <p:nvSpPr>
            <p:cNvPr id="11" name="长方形 3"/>
            <p:cNvSpPr/>
            <p:nvPr/>
          </p:nvSpPr>
          <p:spPr>
            <a:xfrm>
              <a:off x="9221932" y="0"/>
              <a:ext cx="2970068" cy="6858000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2" name="长方形 4"/>
            <p:cNvSpPr/>
            <p:nvPr/>
          </p:nvSpPr>
          <p:spPr>
            <a:xfrm>
              <a:off x="9055676" y="0"/>
              <a:ext cx="166255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3" name="长方形 5"/>
            <p:cNvSpPr/>
            <p:nvPr/>
          </p:nvSpPr>
          <p:spPr>
            <a:xfrm>
              <a:off x="9221932" y="0"/>
              <a:ext cx="114301" cy="6858000"/>
            </a:xfrm>
            <a:prstGeom prst="rect">
              <a:avLst/>
            </a:prstGeom>
            <a:solidFill>
              <a:srgbClr val="FFD3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9336233" y="0"/>
              <a:ext cx="150667" cy="685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5" name="长方形 7"/>
            <p:cNvSpPr/>
            <p:nvPr/>
          </p:nvSpPr>
          <p:spPr>
            <a:xfrm>
              <a:off x="9336233" y="0"/>
              <a:ext cx="57150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pic>
        <p:nvPicPr>
          <p:cNvPr id="16" name="图形 10" descr="烧瓶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3762" y="1540165"/>
            <a:ext cx="854364" cy="85436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350" y="1003935"/>
            <a:ext cx="4843145" cy="280162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456565" y="2051685"/>
            <a:ext cx="2124710" cy="110109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485" y="4299585"/>
            <a:ext cx="3009900" cy="16954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5180" y="4214495"/>
            <a:ext cx="3057525" cy="1865630"/>
          </a:xfrm>
          <a:prstGeom prst="rect">
            <a:avLst/>
          </a:prstGeom>
        </p:spPr>
      </p:pic>
      <p:cxnSp>
        <p:nvCxnSpPr>
          <p:cNvPr id="7" name="直接箭头连接符 6"/>
          <p:cNvCxnSpPr>
            <a:stCxn id="4" idx="3"/>
            <a:endCxn id="5" idx="1"/>
          </p:cNvCxnSpPr>
          <p:nvPr/>
        </p:nvCxnSpPr>
        <p:spPr>
          <a:xfrm>
            <a:off x="3588385" y="5147310"/>
            <a:ext cx="1026795" cy="0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1415" y="4804410"/>
            <a:ext cx="800100" cy="276225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2578100" y="614934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GCN</a:t>
            </a:r>
            <a:endParaRPr lang="en-US" altLang="zh-CN"/>
          </a:p>
        </p:txBody>
      </p:sp>
      <p:cxnSp>
        <p:nvCxnSpPr>
          <p:cNvPr id="20" name="直接箭头连接符 19"/>
          <p:cNvCxnSpPr/>
          <p:nvPr/>
        </p:nvCxnSpPr>
        <p:spPr>
          <a:xfrm>
            <a:off x="3588385" y="6333490"/>
            <a:ext cx="1026795" cy="0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4822825" y="614934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BP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500"/>
                                        <p:tgtEl>
                                          <p:spTgt spid="2048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83680" y="6381750"/>
            <a:ext cx="2057400" cy="365125"/>
          </a:xfrm>
        </p:spPr>
        <p:txBody>
          <a:bodyPr/>
          <a:lstStyle>
            <a:lvl1pPr eaLnBrk="0" hangingPunct="0"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9pPr>
          </a:lstStyle>
          <a:p>
            <a:pPr eaLnBrk="1" hangingPunct="1"/>
            <a:fld id="{4A2E5A64-E093-485D-9680-1AE3D5C9E448}" type="slidenum">
              <a:rPr lang="en-US" altLang="zh-CN" sz="1200" b="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rPr>
            </a:fld>
            <a:endParaRPr lang="en-US" altLang="zh-CN" sz="1200" b="0">
              <a:solidFill>
                <a:schemeClr val="tx1"/>
              </a:solidFill>
              <a:latin typeface="Garamond" panose="02020404030301010803" pitchFamily="18" charset="0"/>
              <a:ea typeface="宋体" panose="02010600030101010101" pitchFamily="2" charset="-122"/>
            </a:endParaRPr>
          </a:p>
        </p:txBody>
      </p:sp>
      <p:sp>
        <p:nvSpPr>
          <p:cNvPr id="204805" name="Rectangle 5"/>
          <p:cNvSpPr>
            <a:spLocks noChangeArrowheads="1"/>
          </p:cNvSpPr>
          <p:nvPr/>
        </p:nvSpPr>
        <p:spPr bwMode="auto">
          <a:xfrm>
            <a:off x="679027" y="1459230"/>
            <a:ext cx="7508253" cy="469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A50021"/>
              </a:buClr>
              <a:buSzPct val="75000"/>
              <a:buFont typeface="Wingdings" panose="05000000000000000000" pitchFamily="2" charset="2"/>
              <a:buChar char="p"/>
            </a:pPr>
            <a:endParaRPr lang="zh-CN" altLang="en-US" sz="2600" b="0" dirty="0">
              <a:solidFill>
                <a:schemeClr val="tx1"/>
              </a:solidFill>
            </a:endParaRPr>
          </a:p>
        </p:txBody>
      </p:sp>
      <p:grpSp>
        <p:nvGrpSpPr>
          <p:cNvPr id="10" name="组 9"/>
          <p:cNvGrpSpPr/>
          <p:nvPr/>
        </p:nvGrpSpPr>
        <p:grpSpPr>
          <a:xfrm>
            <a:off x="8363761" y="0"/>
            <a:ext cx="733409" cy="6858000"/>
            <a:chOff x="9055676" y="0"/>
            <a:chExt cx="3136324" cy="6858000"/>
          </a:xfrm>
        </p:grpSpPr>
        <p:sp>
          <p:nvSpPr>
            <p:cNvPr id="11" name="长方形 3"/>
            <p:cNvSpPr/>
            <p:nvPr/>
          </p:nvSpPr>
          <p:spPr>
            <a:xfrm>
              <a:off x="9221932" y="0"/>
              <a:ext cx="2970068" cy="6858000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2" name="长方形 4"/>
            <p:cNvSpPr/>
            <p:nvPr/>
          </p:nvSpPr>
          <p:spPr>
            <a:xfrm>
              <a:off x="9055676" y="0"/>
              <a:ext cx="166255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3" name="长方形 5"/>
            <p:cNvSpPr/>
            <p:nvPr/>
          </p:nvSpPr>
          <p:spPr>
            <a:xfrm>
              <a:off x="9221932" y="0"/>
              <a:ext cx="114301" cy="6858000"/>
            </a:xfrm>
            <a:prstGeom prst="rect">
              <a:avLst/>
            </a:prstGeom>
            <a:solidFill>
              <a:srgbClr val="FFD3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9336233" y="0"/>
              <a:ext cx="150667" cy="685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5" name="长方形 7"/>
            <p:cNvSpPr/>
            <p:nvPr/>
          </p:nvSpPr>
          <p:spPr>
            <a:xfrm>
              <a:off x="9336233" y="0"/>
              <a:ext cx="57150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pic>
        <p:nvPicPr>
          <p:cNvPr id="16" name="图形 10" descr="烧瓶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3762" y="1540165"/>
            <a:ext cx="854364" cy="854364"/>
          </a:xfrm>
          <a:prstGeom prst="rect">
            <a:avLst/>
          </a:prstGeom>
        </p:spPr>
      </p:pic>
      <p:graphicFrame>
        <p:nvGraphicFramePr>
          <p:cNvPr id="175111" name="对象 175110"/>
          <p:cNvGraphicFramePr>
            <a:graphicFrameLocks noChangeAspect="1"/>
          </p:cNvGraphicFramePr>
          <p:nvPr/>
        </p:nvGraphicFramePr>
        <p:xfrm>
          <a:off x="1703388" y="775653"/>
          <a:ext cx="2677160" cy="10280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48" name="" r:id="rId2" imgW="1206500" imgH="431800" progId="Equation.3">
                  <p:embed/>
                </p:oleObj>
              </mc:Choice>
              <mc:Fallback>
                <p:oleObj name="" r:id="rId2" imgW="1206500" imgH="431800" progId="Equation.3">
                  <p:embed/>
                  <p:pic>
                    <p:nvPicPr>
                      <p:cNvPr id="0" name="对象 1751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388" y="775653"/>
                        <a:ext cx="2677160" cy="10280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5109" name="Rectangle 3"/>
          <p:cNvSpPr>
            <a:spLocks noGrp="1" noChangeArrowheads="1"/>
          </p:cNvSpPr>
          <p:nvPr/>
        </p:nvSpPr>
        <p:spPr>
          <a:xfrm>
            <a:off x="81915" y="144145"/>
            <a:ext cx="7620000" cy="144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905" indent="-344805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b="1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用理想输出与实际输出的方差作为相应的误差测度</a:t>
            </a:r>
            <a:endParaRPr lang="zh-CN" altLang="en-US" b="1" dirty="0">
              <a:solidFill>
                <a:schemeClr val="tx1"/>
              </a:solidFill>
              <a:latin typeface="华文宋体" panose="02010600040101010101" pitchFamily="2" charset="-122"/>
              <a:ea typeface="华文宋体" panose="02010600040101010101" pitchFamily="2" charset="-122"/>
            </a:endParaRPr>
          </a:p>
        </p:txBody>
      </p:sp>
      <p:sp>
        <p:nvSpPr>
          <p:cNvPr id="176132" name="Rectangle 2"/>
          <p:cNvSpPr>
            <a:spLocks noGrp="1" noChangeArrowheads="1"/>
          </p:cNvSpPr>
          <p:nvPr/>
        </p:nvSpPr>
        <p:spPr>
          <a:xfrm>
            <a:off x="595630" y="1880235"/>
            <a:ext cx="5988050" cy="3911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+mj-cs"/>
              </a:defRPr>
            </a:lvl1pPr>
          </a:lstStyle>
          <a:p>
            <a:pPr eaLnBrk="1" hangingPunct="1"/>
            <a:r>
              <a:rPr lang="zh-CN" altLang="en-US" sz="3600" b="1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最速下降法，要求</a:t>
            </a:r>
            <a:r>
              <a:rPr lang="en-US" altLang="zh-CN" sz="3600" b="1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E</a:t>
            </a:r>
            <a:r>
              <a:rPr lang="zh-CN" altLang="en-US" sz="3600" b="1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的极小点</a:t>
            </a:r>
            <a:r>
              <a:rPr lang="zh-CN" altLang="en-US" sz="3600" dirty="0">
                <a:solidFill>
                  <a:srgbClr val="FF0000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 </a:t>
            </a:r>
            <a:endParaRPr lang="zh-CN" altLang="en-US" sz="3600" dirty="0">
              <a:solidFill>
                <a:srgbClr val="FF0000"/>
              </a:solidFill>
              <a:latin typeface="华文宋体" panose="02010600040101010101" pitchFamily="2" charset="-122"/>
              <a:ea typeface="华文宋体" panose="0201060004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392045"/>
            <a:ext cx="5955665" cy="37401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500"/>
                                        <p:tgtEl>
                                          <p:spTgt spid="2048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83680" y="6381750"/>
            <a:ext cx="2057400" cy="365125"/>
          </a:xfrm>
        </p:spPr>
        <p:txBody>
          <a:bodyPr/>
          <a:lstStyle>
            <a:lvl1pPr eaLnBrk="0" hangingPunct="0"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9pPr>
          </a:lstStyle>
          <a:p>
            <a:pPr eaLnBrk="1" hangingPunct="1"/>
            <a:fld id="{4A2E5A64-E093-485D-9680-1AE3D5C9E448}" type="slidenum">
              <a:rPr lang="en-US" altLang="zh-CN" sz="1200" b="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rPr>
            </a:fld>
            <a:endParaRPr lang="en-US" altLang="zh-CN" sz="1200" b="0">
              <a:solidFill>
                <a:schemeClr val="tx1"/>
              </a:solidFill>
              <a:latin typeface="Garamond" panose="02020404030301010803" pitchFamily="18" charset="0"/>
              <a:ea typeface="宋体" panose="02010600030101010101" pitchFamily="2" charset="-122"/>
            </a:endParaRPr>
          </a:p>
        </p:txBody>
      </p:sp>
      <p:sp>
        <p:nvSpPr>
          <p:cNvPr id="204805" name="Rectangle 5"/>
          <p:cNvSpPr>
            <a:spLocks noChangeArrowheads="1"/>
          </p:cNvSpPr>
          <p:nvPr/>
        </p:nvSpPr>
        <p:spPr bwMode="auto">
          <a:xfrm>
            <a:off x="679027" y="1459230"/>
            <a:ext cx="7508253" cy="469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A50021"/>
              </a:buClr>
              <a:buSzPct val="75000"/>
              <a:buFont typeface="Wingdings" panose="05000000000000000000" pitchFamily="2" charset="2"/>
              <a:buChar char="p"/>
            </a:pPr>
            <a:endParaRPr lang="zh-CN" altLang="en-US" sz="2600" b="0" dirty="0">
              <a:solidFill>
                <a:schemeClr val="tx1"/>
              </a:solidFill>
            </a:endParaRPr>
          </a:p>
        </p:txBody>
      </p:sp>
      <p:grpSp>
        <p:nvGrpSpPr>
          <p:cNvPr id="10" name="组 9"/>
          <p:cNvGrpSpPr/>
          <p:nvPr/>
        </p:nvGrpSpPr>
        <p:grpSpPr>
          <a:xfrm>
            <a:off x="8363761" y="0"/>
            <a:ext cx="733409" cy="6858000"/>
            <a:chOff x="9055676" y="0"/>
            <a:chExt cx="3136324" cy="6858000"/>
          </a:xfrm>
        </p:grpSpPr>
        <p:sp>
          <p:nvSpPr>
            <p:cNvPr id="11" name="长方形 3"/>
            <p:cNvSpPr/>
            <p:nvPr/>
          </p:nvSpPr>
          <p:spPr>
            <a:xfrm>
              <a:off x="9221932" y="0"/>
              <a:ext cx="2970068" cy="6858000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2" name="长方形 4"/>
            <p:cNvSpPr/>
            <p:nvPr/>
          </p:nvSpPr>
          <p:spPr>
            <a:xfrm>
              <a:off x="9055676" y="0"/>
              <a:ext cx="166255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3" name="长方形 5"/>
            <p:cNvSpPr/>
            <p:nvPr/>
          </p:nvSpPr>
          <p:spPr>
            <a:xfrm>
              <a:off x="9221932" y="0"/>
              <a:ext cx="114301" cy="6858000"/>
            </a:xfrm>
            <a:prstGeom prst="rect">
              <a:avLst/>
            </a:prstGeom>
            <a:solidFill>
              <a:srgbClr val="FFD3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9336233" y="0"/>
              <a:ext cx="150667" cy="685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5" name="长方形 7"/>
            <p:cNvSpPr/>
            <p:nvPr/>
          </p:nvSpPr>
          <p:spPr>
            <a:xfrm>
              <a:off x="9336233" y="0"/>
              <a:ext cx="57150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pic>
        <p:nvPicPr>
          <p:cNvPr id="16" name="图形 10" descr="烧瓶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3762" y="1540165"/>
            <a:ext cx="854364" cy="85436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055" y="2232660"/>
            <a:ext cx="2075180" cy="7213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292100"/>
            <a:ext cx="5326380" cy="194056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342900" y="3060700"/>
                <a:ext cx="3048000" cy="6908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 = 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−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" y="3060700"/>
                <a:ext cx="3048000" cy="69088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1974215" y="3216275"/>
                <a:ext cx="3048000" cy="379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𝛼</m:t>
                      </m:r>
                      <m:r>
                        <a:rPr lang="zh-CN" altLang="en-US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为学习率</m:t>
                      </m:r>
                    </m:oMath>
                  </m:oMathPara>
                </a14:m>
                <a:endParaRPr lang="zh-CN" altLang="en-US" i="1">
                  <a:latin typeface="Cambria Math" panose="02040503050406030204" pitchFamily="18" charset="0"/>
                  <a:ea typeface="MS Mincho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4215" y="3216275"/>
                <a:ext cx="3048000" cy="37973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本框 16"/>
          <p:cNvSpPr txBox="1"/>
          <p:nvPr/>
        </p:nvSpPr>
        <p:spPr>
          <a:xfrm>
            <a:off x="937260" y="381381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令</a:t>
            </a:r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1030" y="2512060"/>
            <a:ext cx="3038475" cy="3448050"/>
          </a:xfrm>
          <a:prstGeom prst="rect">
            <a:avLst/>
          </a:prstGeom>
        </p:spPr>
      </p:pic>
      <p:sp>
        <p:nvSpPr>
          <p:cNvPr id="21" name="矩形 20"/>
          <p:cNvSpPr/>
          <p:nvPr/>
        </p:nvSpPr>
        <p:spPr>
          <a:xfrm>
            <a:off x="6734810" y="4277360"/>
            <a:ext cx="307975" cy="3409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3" name="直接箭头连接符 22"/>
          <p:cNvCxnSpPr>
            <a:stCxn id="24" idx="2"/>
          </p:cNvCxnSpPr>
          <p:nvPr/>
        </p:nvCxnSpPr>
        <p:spPr>
          <a:xfrm>
            <a:off x="6254115" y="3598545"/>
            <a:ext cx="6350" cy="58737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本框 23"/>
              <p:cNvSpPr txBox="1"/>
              <p:nvPr/>
            </p:nvSpPr>
            <p:spPr>
              <a:xfrm>
                <a:off x="4730115" y="3216275"/>
                <a:ext cx="3048000" cy="3822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𝑛𝑒𝑡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24" name="文本框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0115" y="3216275"/>
                <a:ext cx="3048000" cy="38227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直接箭头连接符 24"/>
          <p:cNvCxnSpPr/>
          <p:nvPr/>
        </p:nvCxnSpPr>
        <p:spPr>
          <a:xfrm flipV="1">
            <a:off x="5311775" y="5142865"/>
            <a:ext cx="0" cy="56578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 flipV="1">
            <a:off x="5744210" y="4810125"/>
            <a:ext cx="8890" cy="9569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本框 26"/>
              <p:cNvSpPr txBox="1"/>
              <p:nvPr/>
            </p:nvSpPr>
            <p:spPr>
              <a:xfrm>
                <a:off x="3771265" y="5683885"/>
                <a:ext cx="304800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27" name="文本框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1265" y="5683885"/>
                <a:ext cx="3048000" cy="368300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文本框 27"/>
              <p:cNvSpPr txBox="1"/>
              <p:nvPr/>
            </p:nvSpPr>
            <p:spPr>
              <a:xfrm>
                <a:off x="4293870" y="5770245"/>
                <a:ext cx="3048000" cy="3790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28" name="文本框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3870" y="5770245"/>
                <a:ext cx="3048000" cy="379095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本框 29"/>
              <p:cNvSpPr txBox="1"/>
              <p:nvPr/>
            </p:nvSpPr>
            <p:spPr>
              <a:xfrm>
                <a:off x="723265" y="3689350"/>
                <a:ext cx="3048000" cy="711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𝑛𝑒𝑡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 = 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𝑘𝑗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zh-CN"/>
              </a:p>
            </p:txBody>
          </p:sp>
        </mc:Choice>
        <mc:Fallback>
          <p:sp>
            <p:nvSpPr>
              <p:cNvPr id="30" name="文本框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265" y="3689350"/>
                <a:ext cx="3048000" cy="711835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文本框 30"/>
              <p:cNvSpPr txBox="1"/>
              <p:nvPr/>
            </p:nvSpPr>
            <p:spPr>
              <a:xfrm>
                <a:off x="937260" y="4493260"/>
                <a:ext cx="3296920" cy="78295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>
                    <a:latin typeface="Cambria Math" panose="02040503050406030204" pitchFamily="18" charset="0"/>
                    <a:cs typeface="Cambria Math" panose="02040503050406030204" pitchFamily="18" charset="0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𝑛𝑒𝑡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𝑛𝑒𝑡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 </m:t>
                    </m:r>
                  </m:oMath>
                </a14:m>
                <a:endParaRPr lang="zh-CN" altLang="en-US"/>
              </a:p>
            </p:txBody>
          </p:sp>
        </mc:Choice>
        <mc:Fallback>
          <p:sp>
            <p:nvSpPr>
              <p:cNvPr id="31" name="文本框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260" y="4493260"/>
                <a:ext cx="3296920" cy="782955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文本框 31"/>
              <p:cNvSpPr txBox="1"/>
              <p:nvPr/>
            </p:nvSpPr>
            <p:spPr>
              <a:xfrm>
                <a:off x="92075" y="5334635"/>
                <a:ext cx="4572000" cy="70612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𝑛𝑒𝑡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 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(</m:t>
                          </m:r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𝑘𝑗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  <a:cs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cs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cs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ℎ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  = 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altLang="zh-CN" i="1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2" name="文本框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75" y="5334635"/>
                <a:ext cx="4572000" cy="706120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5416550" y="4317365"/>
                <a:ext cx="3048000" cy="361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altLang="zh-CN"/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6550" y="4317365"/>
                <a:ext cx="3048000" cy="361315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500"/>
                                        <p:tgtEl>
                                          <p:spTgt spid="2048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83680" y="6381750"/>
            <a:ext cx="2057400" cy="365125"/>
          </a:xfrm>
        </p:spPr>
        <p:txBody>
          <a:bodyPr/>
          <a:lstStyle>
            <a:lvl1pPr eaLnBrk="0" hangingPunct="0"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9pPr>
          </a:lstStyle>
          <a:p>
            <a:pPr eaLnBrk="1" hangingPunct="1"/>
            <a:fld id="{4A2E5A64-E093-485D-9680-1AE3D5C9E448}" type="slidenum">
              <a:rPr lang="en-US" altLang="zh-CN" sz="1200" b="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rPr>
            </a:fld>
            <a:endParaRPr lang="en-US" altLang="zh-CN" sz="1200" b="0">
              <a:solidFill>
                <a:schemeClr val="tx1"/>
              </a:solidFill>
              <a:latin typeface="Garamond" panose="02020404030301010803" pitchFamily="18" charset="0"/>
              <a:ea typeface="宋体" panose="02010600030101010101" pitchFamily="2" charset="-122"/>
            </a:endParaRPr>
          </a:p>
        </p:txBody>
      </p:sp>
      <p:sp>
        <p:nvSpPr>
          <p:cNvPr id="204805" name="Rectangle 5"/>
          <p:cNvSpPr>
            <a:spLocks noChangeArrowheads="1"/>
          </p:cNvSpPr>
          <p:nvPr/>
        </p:nvSpPr>
        <p:spPr bwMode="auto">
          <a:xfrm>
            <a:off x="679027" y="1459230"/>
            <a:ext cx="7508253" cy="469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A50021"/>
              </a:buClr>
              <a:buSzPct val="75000"/>
              <a:buFont typeface="Wingdings" panose="05000000000000000000" pitchFamily="2" charset="2"/>
              <a:buChar char="p"/>
            </a:pPr>
            <a:endParaRPr lang="zh-CN" altLang="en-US" sz="2600" b="0" dirty="0">
              <a:solidFill>
                <a:schemeClr val="tx1"/>
              </a:solidFill>
            </a:endParaRPr>
          </a:p>
        </p:txBody>
      </p:sp>
      <p:grpSp>
        <p:nvGrpSpPr>
          <p:cNvPr id="10" name="组 9"/>
          <p:cNvGrpSpPr/>
          <p:nvPr/>
        </p:nvGrpSpPr>
        <p:grpSpPr>
          <a:xfrm>
            <a:off x="8363761" y="0"/>
            <a:ext cx="733409" cy="6858000"/>
            <a:chOff x="9055676" y="0"/>
            <a:chExt cx="3136324" cy="6858000"/>
          </a:xfrm>
        </p:grpSpPr>
        <p:sp>
          <p:nvSpPr>
            <p:cNvPr id="11" name="长方形 3"/>
            <p:cNvSpPr/>
            <p:nvPr/>
          </p:nvSpPr>
          <p:spPr>
            <a:xfrm>
              <a:off x="9221932" y="0"/>
              <a:ext cx="2970068" cy="6858000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2" name="长方形 4"/>
            <p:cNvSpPr/>
            <p:nvPr/>
          </p:nvSpPr>
          <p:spPr>
            <a:xfrm>
              <a:off x="9055676" y="0"/>
              <a:ext cx="166255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3" name="长方形 5"/>
            <p:cNvSpPr/>
            <p:nvPr/>
          </p:nvSpPr>
          <p:spPr>
            <a:xfrm>
              <a:off x="9221932" y="0"/>
              <a:ext cx="114301" cy="6858000"/>
            </a:xfrm>
            <a:prstGeom prst="rect">
              <a:avLst/>
            </a:prstGeom>
            <a:solidFill>
              <a:srgbClr val="FFD3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9336233" y="0"/>
              <a:ext cx="150667" cy="685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5" name="长方形 7"/>
            <p:cNvSpPr/>
            <p:nvPr/>
          </p:nvSpPr>
          <p:spPr>
            <a:xfrm>
              <a:off x="9336233" y="0"/>
              <a:ext cx="57150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pic>
        <p:nvPicPr>
          <p:cNvPr id="16" name="图形 10" descr="烧瓶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3762" y="1540165"/>
            <a:ext cx="854364" cy="854364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870" y="473075"/>
            <a:ext cx="3038475" cy="3448050"/>
          </a:xfrm>
          <a:prstGeom prst="rect">
            <a:avLst/>
          </a:prstGeom>
        </p:spPr>
      </p:pic>
      <p:sp>
        <p:nvSpPr>
          <p:cNvPr id="21" name="矩形 20"/>
          <p:cNvSpPr/>
          <p:nvPr/>
        </p:nvSpPr>
        <p:spPr>
          <a:xfrm>
            <a:off x="6978650" y="2238375"/>
            <a:ext cx="307975" cy="3409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本框 21"/>
              <p:cNvSpPr txBox="1"/>
              <p:nvPr/>
            </p:nvSpPr>
            <p:spPr>
              <a:xfrm>
                <a:off x="5593080" y="2273935"/>
                <a:ext cx="3048000" cy="361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altLang="zh-CN"/>
              </a:p>
            </p:txBody>
          </p:sp>
        </mc:Choice>
        <mc:Fallback>
          <p:sp>
            <p:nvSpPr>
              <p:cNvPr id="22" name="文本框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3080" y="2273935"/>
                <a:ext cx="3048000" cy="36131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直接箭头连接符 22"/>
          <p:cNvCxnSpPr/>
          <p:nvPr/>
        </p:nvCxnSpPr>
        <p:spPr>
          <a:xfrm flipH="1">
            <a:off x="6476365" y="1748155"/>
            <a:ext cx="6985" cy="47498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本框 23"/>
              <p:cNvSpPr txBox="1"/>
              <p:nvPr/>
            </p:nvSpPr>
            <p:spPr>
              <a:xfrm>
                <a:off x="4956175" y="1315085"/>
                <a:ext cx="3048000" cy="3822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𝑛𝑒𝑡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24" name="文本框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6175" y="1315085"/>
                <a:ext cx="3048000" cy="38227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直接箭头连接符 24"/>
          <p:cNvCxnSpPr/>
          <p:nvPr/>
        </p:nvCxnSpPr>
        <p:spPr>
          <a:xfrm flipV="1">
            <a:off x="5583555" y="3063875"/>
            <a:ext cx="0" cy="5937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 flipV="1">
            <a:off x="5988050" y="2771140"/>
            <a:ext cx="8890" cy="9569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本框 26"/>
              <p:cNvSpPr txBox="1"/>
              <p:nvPr/>
            </p:nvSpPr>
            <p:spPr>
              <a:xfrm>
                <a:off x="4059555" y="3585845"/>
                <a:ext cx="304800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27" name="文本框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9555" y="3585845"/>
                <a:ext cx="3048000" cy="36830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文本框 27"/>
              <p:cNvSpPr txBox="1"/>
              <p:nvPr/>
            </p:nvSpPr>
            <p:spPr>
              <a:xfrm>
                <a:off x="4468495" y="3728085"/>
                <a:ext cx="3048000" cy="3790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28" name="文本框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8495" y="3728085"/>
                <a:ext cx="3048000" cy="37909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-912495" y="848995"/>
                <a:ext cx="4572000" cy="69088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𝑛𝑒𝑡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 </m:t>
                      </m:r>
                    </m:oMath>
                  </m:oMathPara>
                </a14:m>
                <a:endParaRPr lang="en-US" altLang="zh-CN" i="1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12495" y="848995"/>
                <a:ext cx="4572000" cy="69088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-722630" y="1797685"/>
                <a:ext cx="4572000" cy="129730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𝑛𝑒𝑡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 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𝑛𝑒𝑡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CN" i="1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               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’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𝑛𝑒𝑡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i="1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22630" y="1797685"/>
                <a:ext cx="4572000" cy="1297305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文本框 28"/>
              <p:cNvSpPr txBox="1"/>
              <p:nvPr/>
            </p:nvSpPr>
            <p:spPr>
              <a:xfrm>
                <a:off x="-386715" y="3244215"/>
                <a:ext cx="4572000" cy="192405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  <m:t>ℎ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CN" i="1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        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ℎ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 </m:t>
                      </m:r>
                    </m:oMath>
                  </m:oMathPara>
                </a14:m>
                <a:endParaRPr lang="en-US" altLang="zh-CN" i="1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r>
                  <a:rPr lang="en-US" altLang="zh-CN">
                    <a:latin typeface="Cambria Math" panose="02040503050406030204" pitchFamily="18" charset="0"/>
                    <a:cs typeface="Cambria Math" panose="02040503050406030204" pitchFamily="18" charset="0"/>
                  </a:rPr>
                  <a:t>                              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altLang="zh-CN" i="1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9" name="文本框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86715" y="3244215"/>
                <a:ext cx="4572000" cy="1924050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本框 29"/>
              <p:cNvSpPr txBox="1"/>
              <p:nvPr/>
            </p:nvSpPr>
            <p:spPr>
              <a:xfrm>
                <a:off x="583565" y="5316220"/>
                <a:ext cx="4218940" cy="3994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 + 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𝛼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 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’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𝑛𝑒𝑡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)(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altLang="zh-CN"/>
              </a:p>
            </p:txBody>
          </p:sp>
        </mc:Choice>
        <mc:Fallback>
          <p:sp>
            <p:nvSpPr>
              <p:cNvPr id="30" name="文本框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565" y="5316220"/>
                <a:ext cx="4218940" cy="399415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753046" y="5863526"/>
                <a:ext cx="5236845" cy="37274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 = 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 + 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𝛼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’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̃"/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)(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𝑌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)</m:t>
                      </m:r>
                      <m:acc>
                        <m:accPr>
                          <m:chr m:val="̃"/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046" y="5863526"/>
                <a:ext cx="5236845" cy="372745"/>
              </a:xfrm>
              <a:prstGeom prst="rect">
                <a:avLst/>
              </a:prstGeom>
              <a:blipFill rotWithShape="1">
                <a:blip r:embed="rId11"/>
                <a:stretch>
                  <a:fillRect l="-11" t="-153" r="11" b="1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500"/>
                                        <p:tgtEl>
                                          <p:spTgt spid="2048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83680" y="6381750"/>
            <a:ext cx="2057400" cy="365125"/>
          </a:xfrm>
        </p:spPr>
        <p:txBody>
          <a:bodyPr/>
          <a:lstStyle>
            <a:lvl1pPr eaLnBrk="0" hangingPunct="0"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9pPr>
          </a:lstStyle>
          <a:p>
            <a:pPr eaLnBrk="1" hangingPunct="1"/>
            <a:fld id="{4A2E5A64-E093-485D-9680-1AE3D5C9E448}" type="slidenum">
              <a:rPr lang="en-US" altLang="zh-CN" sz="1200" b="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rPr>
            </a:fld>
            <a:endParaRPr lang="en-US" altLang="zh-CN" sz="1200" b="0">
              <a:solidFill>
                <a:schemeClr val="tx1"/>
              </a:solidFill>
              <a:latin typeface="Garamond" panose="02020404030301010803" pitchFamily="18" charset="0"/>
              <a:ea typeface="宋体" panose="02010600030101010101" pitchFamily="2" charset="-122"/>
            </a:endParaRPr>
          </a:p>
        </p:txBody>
      </p:sp>
      <p:sp>
        <p:nvSpPr>
          <p:cNvPr id="204805" name="Rectangle 5"/>
          <p:cNvSpPr>
            <a:spLocks noChangeArrowheads="1"/>
          </p:cNvSpPr>
          <p:nvPr/>
        </p:nvSpPr>
        <p:spPr bwMode="auto">
          <a:xfrm>
            <a:off x="679027" y="1459230"/>
            <a:ext cx="7508253" cy="469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A50021"/>
              </a:buClr>
              <a:buSzPct val="75000"/>
              <a:buFont typeface="Wingdings" panose="05000000000000000000" pitchFamily="2" charset="2"/>
              <a:buChar char="p"/>
            </a:pPr>
            <a:endParaRPr lang="zh-CN" altLang="en-US" sz="2600" b="0" dirty="0">
              <a:solidFill>
                <a:schemeClr val="tx1"/>
              </a:solidFill>
            </a:endParaRPr>
          </a:p>
        </p:txBody>
      </p:sp>
      <p:grpSp>
        <p:nvGrpSpPr>
          <p:cNvPr id="10" name="组 9"/>
          <p:cNvGrpSpPr/>
          <p:nvPr/>
        </p:nvGrpSpPr>
        <p:grpSpPr>
          <a:xfrm>
            <a:off x="8363761" y="0"/>
            <a:ext cx="733409" cy="6858000"/>
            <a:chOff x="9055676" y="0"/>
            <a:chExt cx="3136324" cy="6858000"/>
          </a:xfrm>
        </p:grpSpPr>
        <p:sp>
          <p:nvSpPr>
            <p:cNvPr id="11" name="长方形 3"/>
            <p:cNvSpPr/>
            <p:nvPr/>
          </p:nvSpPr>
          <p:spPr>
            <a:xfrm>
              <a:off x="9221932" y="0"/>
              <a:ext cx="2970068" cy="6858000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2" name="长方形 4"/>
            <p:cNvSpPr/>
            <p:nvPr/>
          </p:nvSpPr>
          <p:spPr>
            <a:xfrm>
              <a:off x="9055676" y="0"/>
              <a:ext cx="166255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3" name="长方形 5"/>
            <p:cNvSpPr/>
            <p:nvPr/>
          </p:nvSpPr>
          <p:spPr>
            <a:xfrm>
              <a:off x="9221932" y="0"/>
              <a:ext cx="114301" cy="6858000"/>
            </a:xfrm>
            <a:prstGeom prst="rect">
              <a:avLst/>
            </a:prstGeom>
            <a:solidFill>
              <a:srgbClr val="FFD3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9336233" y="0"/>
              <a:ext cx="150667" cy="685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5" name="长方形 7"/>
            <p:cNvSpPr/>
            <p:nvPr/>
          </p:nvSpPr>
          <p:spPr>
            <a:xfrm>
              <a:off x="9336233" y="0"/>
              <a:ext cx="57150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pic>
        <p:nvPicPr>
          <p:cNvPr id="16" name="图形 10" descr="烧瓶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3762" y="1540165"/>
            <a:ext cx="854364" cy="854364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870" y="473075"/>
            <a:ext cx="3038475" cy="3448050"/>
          </a:xfrm>
          <a:prstGeom prst="rect">
            <a:avLst/>
          </a:prstGeom>
        </p:spPr>
      </p:pic>
      <p:sp>
        <p:nvSpPr>
          <p:cNvPr id="21" name="矩形 20"/>
          <p:cNvSpPr/>
          <p:nvPr/>
        </p:nvSpPr>
        <p:spPr>
          <a:xfrm>
            <a:off x="6978650" y="2238375"/>
            <a:ext cx="307975" cy="3409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3" name="直接箭头连接符 22"/>
          <p:cNvCxnSpPr/>
          <p:nvPr/>
        </p:nvCxnSpPr>
        <p:spPr>
          <a:xfrm flipH="1">
            <a:off x="6476365" y="1748155"/>
            <a:ext cx="6985" cy="47498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本框 23"/>
              <p:cNvSpPr txBox="1"/>
              <p:nvPr/>
            </p:nvSpPr>
            <p:spPr>
              <a:xfrm>
                <a:off x="4956175" y="1315085"/>
                <a:ext cx="3048000" cy="3822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𝑛𝑒𝑡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24" name="文本框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6175" y="1315085"/>
                <a:ext cx="3048000" cy="38227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直接箭头连接符 24"/>
          <p:cNvCxnSpPr/>
          <p:nvPr/>
        </p:nvCxnSpPr>
        <p:spPr>
          <a:xfrm flipV="1">
            <a:off x="5583555" y="3063875"/>
            <a:ext cx="0" cy="5937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 flipV="1">
            <a:off x="5988050" y="2771140"/>
            <a:ext cx="8890" cy="9569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本框 26"/>
              <p:cNvSpPr txBox="1"/>
              <p:nvPr/>
            </p:nvSpPr>
            <p:spPr>
              <a:xfrm>
                <a:off x="4059555" y="3585845"/>
                <a:ext cx="304800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27" name="文本框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9555" y="3585845"/>
                <a:ext cx="3048000" cy="36830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文本框 27"/>
              <p:cNvSpPr txBox="1"/>
              <p:nvPr/>
            </p:nvSpPr>
            <p:spPr>
              <a:xfrm>
                <a:off x="4468495" y="3728085"/>
                <a:ext cx="3048000" cy="3790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28" name="文本框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8495" y="3728085"/>
                <a:ext cx="3048000" cy="37909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20955" y="3263900"/>
                <a:ext cx="4168140" cy="6572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𝑙</m:t>
                              </m:r>
                            </m:sup>
                          </m:sSup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 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……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𝑙</m:t>
                              </m:r>
                            </m:sup>
                          </m:sSup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 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55" y="3263900"/>
                <a:ext cx="4168140" cy="65722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179070" y="1459230"/>
                <a:ext cx="4886325" cy="55118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ℎ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i="1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en-US" altLang="zh-CN" i="1">
                    <a:latin typeface="Arial" panose="020B0604020202020204" pitchFamily="34" charset="0"/>
                    <a:cs typeface="Arial" panose="020B0604020202020204" pitchFamily="34" charset="0"/>
                  </a:rPr>
                  <a:t>→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𝐻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=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𝑌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lang="en-US" altLang="zh-CN" i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070" y="1459230"/>
                <a:ext cx="4886325" cy="55118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233045" y="4177665"/>
                <a:ext cx="4886325" cy="66294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𝑙</m:t>
                              </m:r>
                            </m:sup>
                          </m:sSup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 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𝜕𝜎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̃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acc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𝑙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𝑙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𝑙</m:t>
                              </m:r>
                            </m:sup>
                          </m:sSup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 = </m:t>
                      </m:r>
                      <m:acc>
                        <m:accPr>
                          <m:chr m:val="̃"/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𝑙</m:t>
                          </m:r>
                        </m:sup>
                      </m:sSup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’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𝑙</m:t>
                          </m:r>
                        </m:sup>
                      </m:sSup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𝑙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i="1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045" y="4177665"/>
                <a:ext cx="4886325" cy="662940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405701" y="4801806"/>
                <a:ext cx="7314565" cy="84836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 = 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 + 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𝛼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’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̃"/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)(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𝑌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)(</m:t>
                      </m:r>
                      <m:nary>
                        <m:naryPr>
                          <m:chr m:val="∏"/>
                          <m:limLoc m:val="undOvr"/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 = 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𝑚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̃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acc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’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̃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acc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701" y="4801806"/>
                <a:ext cx="7314565" cy="848360"/>
              </a:xfrm>
              <a:prstGeom prst="rect">
                <a:avLst/>
              </a:prstGeom>
              <a:blipFill rotWithShape="1">
                <a:blip r:embed="rId9"/>
                <a:stretch>
                  <a:fillRect l="-8" t="-67" r="8" b="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本框 16"/>
          <p:cNvSpPr txBox="1"/>
          <p:nvPr/>
        </p:nvSpPr>
        <p:spPr>
          <a:xfrm>
            <a:off x="233045" y="287401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使用链式</a:t>
            </a:r>
            <a:r>
              <a:rPr lang="zh-CN" altLang="en-US"/>
              <a:t>法则：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232981" y="941641"/>
                <a:ext cx="5236845" cy="37274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 = 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 + 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𝛼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’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̃"/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)(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𝑌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)</m:t>
                      </m:r>
                      <m:acc>
                        <m:accPr>
                          <m:chr m:val="̃"/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981" y="941641"/>
                <a:ext cx="5236845" cy="372745"/>
              </a:xfrm>
              <a:prstGeom prst="rect">
                <a:avLst/>
              </a:prstGeom>
              <a:blipFill rotWithShape="1">
                <a:blip r:embed="rId10"/>
                <a:stretch>
                  <a:fillRect l="-11" t="-153" r="11" b="1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5593080" y="2273935"/>
                <a:ext cx="3048000" cy="361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altLang="zh-CN"/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3080" y="2273935"/>
                <a:ext cx="3048000" cy="361315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500"/>
                                        <p:tgtEl>
                                          <p:spTgt spid="2048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83680" y="6381750"/>
            <a:ext cx="2057400" cy="365125"/>
          </a:xfrm>
        </p:spPr>
        <p:txBody>
          <a:bodyPr/>
          <a:lstStyle>
            <a:lvl1pPr eaLnBrk="0" hangingPunct="0"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9pPr>
          </a:lstStyle>
          <a:p>
            <a:pPr eaLnBrk="1" hangingPunct="1"/>
            <a:fld id="{4A2E5A64-E093-485D-9680-1AE3D5C9E448}" type="slidenum">
              <a:rPr lang="en-US" altLang="zh-CN" sz="1200" b="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rPr>
            </a:fld>
            <a:endParaRPr lang="en-US" altLang="zh-CN" sz="1200" b="0">
              <a:solidFill>
                <a:schemeClr val="tx1"/>
              </a:solidFill>
              <a:latin typeface="Garamond" panose="02020404030301010803" pitchFamily="18" charset="0"/>
              <a:ea typeface="宋体" panose="02010600030101010101" pitchFamily="2" charset="-122"/>
            </a:endParaRPr>
          </a:p>
        </p:txBody>
      </p:sp>
      <p:sp>
        <p:nvSpPr>
          <p:cNvPr id="204805" name="Rectangle 5"/>
          <p:cNvSpPr>
            <a:spLocks noChangeArrowheads="1"/>
          </p:cNvSpPr>
          <p:nvPr/>
        </p:nvSpPr>
        <p:spPr bwMode="auto">
          <a:xfrm>
            <a:off x="679027" y="1459230"/>
            <a:ext cx="7508253" cy="469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A50021"/>
              </a:buClr>
              <a:buSzPct val="75000"/>
              <a:buFont typeface="Wingdings" panose="05000000000000000000" pitchFamily="2" charset="2"/>
              <a:buChar char="p"/>
            </a:pPr>
            <a:endParaRPr lang="zh-CN" altLang="en-US" sz="2600" b="0" dirty="0">
              <a:solidFill>
                <a:schemeClr val="tx1"/>
              </a:solidFill>
            </a:endParaRPr>
          </a:p>
        </p:txBody>
      </p:sp>
      <p:grpSp>
        <p:nvGrpSpPr>
          <p:cNvPr id="10" name="组 9"/>
          <p:cNvGrpSpPr/>
          <p:nvPr/>
        </p:nvGrpSpPr>
        <p:grpSpPr>
          <a:xfrm>
            <a:off x="8363761" y="0"/>
            <a:ext cx="733409" cy="6858000"/>
            <a:chOff x="9055676" y="0"/>
            <a:chExt cx="3136324" cy="6858000"/>
          </a:xfrm>
        </p:grpSpPr>
        <p:sp>
          <p:nvSpPr>
            <p:cNvPr id="11" name="长方形 3"/>
            <p:cNvSpPr/>
            <p:nvPr/>
          </p:nvSpPr>
          <p:spPr>
            <a:xfrm>
              <a:off x="9221932" y="0"/>
              <a:ext cx="2970068" cy="6858000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2" name="长方形 4"/>
            <p:cNvSpPr/>
            <p:nvPr/>
          </p:nvSpPr>
          <p:spPr>
            <a:xfrm>
              <a:off x="9055676" y="0"/>
              <a:ext cx="166255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3" name="长方形 5"/>
            <p:cNvSpPr/>
            <p:nvPr/>
          </p:nvSpPr>
          <p:spPr>
            <a:xfrm>
              <a:off x="9221932" y="0"/>
              <a:ext cx="114301" cy="6858000"/>
            </a:xfrm>
            <a:prstGeom prst="rect">
              <a:avLst/>
            </a:prstGeom>
            <a:solidFill>
              <a:srgbClr val="FFD3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9336233" y="0"/>
              <a:ext cx="150667" cy="685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5" name="长方形 7"/>
            <p:cNvSpPr/>
            <p:nvPr/>
          </p:nvSpPr>
          <p:spPr>
            <a:xfrm>
              <a:off x="9336233" y="0"/>
              <a:ext cx="57150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pic>
        <p:nvPicPr>
          <p:cNvPr id="16" name="图形 10" descr="烧瓶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3762" y="1540165"/>
            <a:ext cx="854364" cy="85436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368300" y="1513840"/>
                <a:ext cx="3048000" cy="10223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 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𝑙</m:t>
                                  </m:r>
                                </m:sup>
                              </m:s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= </m:t>
                              </m:r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acc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𝑙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’</m:t>
                                  </m:r>
                                </m:sup>
                              </m:s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acc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𝑙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𝑙</m:t>
                                  </m:r>
                                </m:sup>
                              </m:s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 = </m:t>
                              </m:r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 + 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𝛼</m:t>
                              </m:r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’</m:t>
                                  </m:r>
                                </m:sup>
                              </m:s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(</m:t>
                              </m:r>
                              <m:acc>
                                <m:accPr>
                                  <m:chr m:val="̃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acc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)</m:t>
                              </m:r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acc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300" y="1513840"/>
                <a:ext cx="3048000" cy="1022350"/>
              </a:xfrm>
              <a:prstGeom prst="rect">
                <a:avLst/>
              </a:prstGeom>
              <a:blipFill rotWithShape="1">
                <a:blip r:embed="rId2"/>
                <a:stretch>
                  <a:fillRect r="-388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本框 17"/>
          <p:cNvSpPr txBox="1"/>
          <p:nvPr/>
        </p:nvSpPr>
        <p:spPr>
          <a:xfrm>
            <a:off x="368300" y="97790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化简后得到的公式</a:t>
            </a:r>
            <a:r>
              <a:rPr lang="zh-CN" altLang="en-US"/>
              <a:t>就是：</a:t>
            </a:r>
            <a:endParaRPr lang="zh-CN" altLang="en-US"/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3664585"/>
            <a:ext cx="4843145" cy="2801620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92405" y="4514850"/>
            <a:ext cx="2124710" cy="1101090"/>
          </a:xfrm>
          <a:prstGeom prst="rect">
            <a:avLst/>
          </a:prstGeom>
        </p:spPr>
      </p:pic>
      <p:cxnSp>
        <p:nvCxnSpPr>
          <p:cNvPr id="31" name="直接箭头连接符 30"/>
          <p:cNvCxnSpPr/>
          <p:nvPr/>
        </p:nvCxnSpPr>
        <p:spPr>
          <a:xfrm flipH="1">
            <a:off x="4117975" y="3664585"/>
            <a:ext cx="8255" cy="79883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文本框 31"/>
              <p:cNvSpPr txBox="1"/>
              <p:nvPr/>
            </p:nvSpPr>
            <p:spPr>
              <a:xfrm>
                <a:off x="2797810" y="3296285"/>
                <a:ext cx="3048000" cy="3670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𝑙</m:t>
                          </m:r>
                        </m:sup>
                      </m:sSup>
                    </m:oMath>
                  </m:oMathPara>
                </a14:m>
                <a:endParaRPr lang="en-US" altLang="zh-CN"/>
              </a:p>
            </p:txBody>
          </p:sp>
        </mc:Choice>
        <mc:Fallback>
          <p:sp>
            <p:nvSpPr>
              <p:cNvPr id="32" name="文本框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7810" y="3296285"/>
                <a:ext cx="3048000" cy="36703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直接箭头连接符 32"/>
          <p:cNvCxnSpPr/>
          <p:nvPr/>
        </p:nvCxnSpPr>
        <p:spPr>
          <a:xfrm flipH="1">
            <a:off x="2466975" y="3604895"/>
            <a:ext cx="8255" cy="79883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/>
          <p:nvPr/>
        </p:nvCxnSpPr>
        <p:spPr>
          <a:xfrm flipH="1">
            <a:off x="3691255" y="3488690"/>
            <a:ext cx="8255" cy="79883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文本框 34"/>
              <p:cNvSpPr txBox="1"/>
              <p:nvPr/>
            </p:nvSpPr>
            <p:spPr>
              <a:xfrm>
                <a:off x="2314575" y="3051810"/>
                <a:ext cx="3048000" cy="3670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𝑙</m:t>
                          </m:r>
                        </m:sup>
                      </m:sSup>
                    </m:oMath>
                  </m:oMathPara>
                </a14:m>
                <a:endParaRPr lang="en-US" altLang="zh-CN"/>
              </a:p>
            </p:txBody>
          </p:sp>
        </mc:Choice>
        <mc:Fallback>
          <p:sp>
            <p:nvSpPr>
              <p:cNvPr id="35" name="文本框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4575" y="3051810"/>
                <a:ext cx="3048000" cy="36703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文本框 35"/>
              <p:cNvSpPr txBox="1"/>
              <p:nvPr/>
            </p:nvSpPr>
            <p:spPr>
              <a:xfrm>
                <a:off x="1069975" y="3236595"/>
                <a:ext cx="3048000" cy="3670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US" altLang="zh-CN"/>
              </a:p>
            </p:txBody>
          </p:sp>
        </mc:Choice>
        <mc:Fallback>
          <p:sp>
            <p:nvSpPr>
              <p:cNvPr id="36" name="文本框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975" y="3236595"/>
                <a:ext cx="3048000" cy="36703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500"/>
                                        <p:tgtEl>
                                          <p:spTgt spid="2048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COMMONDATA" val="eyJoZGlkIjoiZTI5M2RiODA0NTBiYWFhMzdhMzhkZjY3OGU3YjQyODcifQ=="/>
  <p:tag name="commondata" val="eyJoZGlkIjoiOTNiOWUxYTQwOTA3MGE4MzdhYTU1ZTljZWNmNmQxYjE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实验室安全</Template>
  <TotalTime>0</TotalTime>
  <Words>1621</Words>
  <Application>WPS 演示</Application>
  <PresentationFormat>全屏显示(4:3)</PresentationFormat>
  <Paragraphs>101</Paragraphs>
  <Slides>8</Slides>
  <Notes>27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6" baseType="lpstr">
      <vt:lpstr>Arial</vt:lpstr>
      <vt:lpstr>宋体</vt:lpstr>
      <vt:lpstr>Wingdings</vt:lpstr>
      <vt:lpstr>Microsoft YaHei UI</vt:lpstr>
      <vt:lpstr>Microsoft YaHei UI Light</vt:lpstr>
      <vt:lpstr>幼圆</vt:lpstr>
      <vt:lpstr>华文新魏</vt:lpstr>
      <vt:lpstr>Garamond</vt:lpstr>
      <vt:lpstr>华文宋体</vt:lpstr>
      <vt:lpstr>Cambria Math</vt:lpstr>
      <vt:lpstr>MS Mincho</vt:lpstr>
      <vt:lpstr>等线</vt:lpstr>
      <vt:lpstr>Calibri</vt:lpstr>
      <vt:lpstr>微软雅黑</vt:lpstr>
      <vt:lpstr>Arial Unicode MS</vt:lpstr>
      <vt:lpstr>Liberation Mono</vt:lpstr>
      <vt:lpstr>Office 主题</vt:lpstr>
      <vt:lpstr>Equation.3</vt:lpstr>
      <vt:lpstr>GCN反向传播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企业用户_1286373295</cp:lastModifiedBy>
  <cp:revision>60</cp:revision>
  <dcterms:created xsi:type="dcterms:W3CDTF">2019-09-12T08:28:00Z</dcterms:created>
  <dcterms:modified xsi:type="dcterms:W3CDTF">2026-05-17T03:24:54Z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v-abdarl@microsoft.com</vt:lpwstr>
  </property>
  <property fmtid="{D5CDD505-2E9C-101B-9397-08002B2CF9AE}" pid="5" name="MSIP_Label_f42aa342-8706-4288-bd11-ebb85995028c_SetDate">
    <vt:lpwstr>2018-08-20T20:18:53.6769504Z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Extended_MSFT_Method">
    <vt:lpwstr>Automatic</vt:lpwstr>
  </property>
  <property fmtid="{D5CDD505-2E9C-101B-9397-08002B2CF9AE}" pid="9" name="Sensitivity">
    <vt:lpwstr>General</vt:lpwstr>
  </property>
  <property fmtid="{D5CDD505-2E9C-101B-9397-08002B2CF9AE}" pid="10" name="KSOProductBuildVer">
    <vt:lpwstr>2052-12.1.0.16729</vt:lpwstr>
  </property>
  <property fmtid="{D5CDD505-2E9C-101B-9397-08002B2CF9AE}" pid="11" name="ICV">
    <vt:lpwstr>F2DC055D212A4A9E8A3B96374233E5F9_13</vt:lpwstr>
  </property>
</Properties>
</file>